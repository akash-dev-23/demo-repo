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0" autoAdjust="0"/>
    <p:restoredTop sz="86410" autoAdjust="0"/>
  </p:normalViewPr>
  <p:slideViewPr>
    <p:cSldViewPr snapToGrid="0" snapToObjects="1">
      <p:cViewPr varScale="1">
        <p:scale>
          <a:sx n="63" d="100"/>
          <a:sy n="63" d="100"/>
        </p:scale>
        <p:origin x="5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6B005-0060-4F0C-BA8A-2190AE61A6F0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7FE62-CBED-40E0-A3A0-2B13191BA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529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ba61e158-1581-4ccc-b7f3-50064bb599a2/?pbi_source=PowerPoin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ba61e158-1581-4ccc-b7f3-50064bb599a2/?pbi_source=PowerPoin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ba61e158-1581-4ccc-b7f3-50064bb599a2/?pbi_source=PowerPoi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cardVisual ,donutChart ,pieChart ,lineClusteredColumnComboChart ,clusteredColumnChart ,clusteredColumnChart ,slicer ,slicer ,slicer ,tableEx ,textbox ,cardVisual ,cardVisual ,cardVisual ,cardVisual ,cardVisual ,pieChart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25" y="0"/>
            <a:ext cx="11858625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Trip Metrics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clusteredBarChart ,areaChart ,clusteredBarChart ,clusteredBarChart ,funnel ,slicer ,slicer ,cardVisual ,cardVisual ,cardVisual ,cardVisual ,clusteredBarChart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Trip Expense Navigator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clusteredBarChart ,columnChart ,cardVisual ,cardVisual ,cardVisual ,cardVisual ,cardVisual ,Shipper Performance ,barChart ,areaChart ,gauge ,funnel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25" y="0"/>
            <a:ext cx="11858625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Journey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8</Words>
  <Application>Microsoft Office PowerPoint</Application>
  <PresentationFormat>Widescreen</PresentationFormat>
  <Paragraphs>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Custom Design</vt:lpstr>
      <vt:lpstr>Trip Metrics Dashboard</vt:lpstr>
      <vt:lpstr>Trip Expense Navigator</vt:lpstr>
      <vt:lpstr>Journey Analytics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Akash Kumar</cp:lastModifiedBy>
  <cp:revision>5</cp:revision>
  <dcterms:created xsi:type="dcterms:W3CDTF">2016-09-04T11:54:55Z</dcterms:created>
  <dcterms:modified xsi:type="dcterms:W3CDTF">2026-01-08T07:25:25Z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e4186ff-6105-49c9-a34e-39b846c71822_Enabled">
    <vt:lpwstr>true</vt:lpwstr>
  </property>
  <property fmtid="{D5CDD505-2E9C-101B-9397-08002B2CF9AE}" pid="3" name="MSIP_Label_6e4186ff-6105-49c9-a34e-39b846c71822_SetDate">
    <vt:lpwstr>2026-01-08T07:25:25Z</vt:lpwstr>
  </property>
  <property fmtid="{D5CDD505-2E9C-101B-9397-08002B2CF9AE}" pid="4" name="MSIP_Label_6e4186ff-6105-49c9-a34e-39b846c71822_Method">
    <vt:lpwstr>Standard</vt:lpwstr>
  </property>
  <property fmtid="{D5CDD505-2E9C-101B-9397-08002B2CF9AE}" pid="5" name="MSIP_Label_6e4186ff-6105-49c9-a34e-39b846c71822_Name">
    <vt:lpwstr>Internal</vt:lpwstr>
  </property>
  <property fmtid="{D5CDD505-2E9C-101B-9397-08002B2CF9AE}" pid="6" name="MSIP_Label_6e4186ff-6105-49c9-a34e-39b846c71822_SiteId">
    <vt:lpwstr>5501edf8-56e7-47c5-8cde-a3f87fe1ec0d</vt:lpwstr>
  </property>
  <property fmtid="{D5CDD505-2E9C-101B-9397-08002B2CF9AE}" pid="7" name="MSIP_Label_6e4186ff-6105-49c9-a34e-39b846c71822_ActionId">
    <vt:lpwstr>a31c4780-fdc2-4325-b402-5ff9264c1068</vt:lpwstr>
  </property>
  <property fmtid="{D5CDD505-2E9C-101B-9397-08002B2CF9AE}" pid="8" name="MSIP_Label_6e4186ff-6105-49c9-a34e-39b846c71822_ContentBits">
    <vt:lpwstr>0</vt:lpwstr>
  </property>
  <property fmtid="{D5CDD505-2E9C-101B-9397-08002B2CF9AE}" pid="9" name="MSIP_Label_6e4186ff-6105-49c9-a34e-39b846c71822_Tag">
    <vt:lpwstr>10, 3, 0, 1</vt:lpwstr>
  </property>
</Properties>
</file>